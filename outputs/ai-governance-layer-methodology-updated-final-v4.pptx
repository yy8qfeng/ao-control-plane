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810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工程方法论</a:t>
            </a:r>
            <a:endParaRPr sz="1125" b="1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00050" y="1657350"/>
            <a:ext cx="723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0000"/>
              </a:lnSpc>
              <a:buNone/>
              <a:defRPr sz="45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5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研发控制层设计思想</a:t>
            </a:r>
            <a:endParaRPr sz="45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2724150"/>
            <a:ext cx="7810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Codex 负责实施，让 ClaudeCode 负责审查，让控制面负责状态、契约和派发。</a:t>
            </a:r>
            <a:endParaRPr sz="25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5162550"/>
            <a:ext cx="8096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这不是一个特定项目的功能介绍，而是一套把 AI 研发能力放进工程控制系统的方法。</a:t>
            </a:r>
            <a:endParaRPr sz="18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91550" y="400050"/>
            <a:ext cx="3200400" cy="56007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0" y="1066800"/>
            <a:ext cx="2381250" cy="3733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46000"/>
              </a:lnSpc>
              <a:buNone/>
              <a:def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sz="33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6000"/>
              </a:lnSpc>
              <a:buNone/>
              <a:def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</a:t>
            </a:r>
            <a:endParaRPr sz="33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6000"/>
              </a:lnSpc>
              <a:buNone/>
              <a:def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</a:t>
            </a:r>
            <a:endParaRPr sz="33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6000"/>
              </a:lnSpc>
              <a:buNone/>
              <a:def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派发</a:t>
            </a:r>
            <a:endParaRPr sz="33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6000"/>
              </a:lnSpc>
              <a:buNone/>
              <a:def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33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背景：AI 直接执行很快，但风险也会直接进入工程主干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352550"/>
            <a:ext cx="981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9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AI 从“回答问题”变成“改代码、拆任务、发起执行”时，真正的问题不再是它会不会写，而是它写出来的东西是否被独立审查、是否能被追踪、是否能被回滚。</a:t>
            </a:r>
            <a:endParaRPr sz="19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00050" y="2724150"/>
            <a:ext cx="3390900" cy="1524000"/>
          </a:xfrm>
          <a:prstGeom prst="rect">
            <a:avLst/>
          </a:prstGeom>
          <a:solidFill>
            <a:srgbClr val="F3C4B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8956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需求理解会漂移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314700"/>
            <a:ext cx="297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用户说的是目标，AI 生成的是某个版本的解释。没有审查循环，解释错误会直接变成任务。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00550" y="2724150"/>
            <a:ext cx="339090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610100" y="28956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方案容易过早收敛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610100" y="3314700"/>
            <a:ext cx="297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单一模型会倾向于维护自己的方案。需要另一个独立视角不断寻找遗漏、边界和测试缺口。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01050" y="2724150"/>
            <a:ext cx="339090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10600" y="28956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执行不可审计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10600" y="3314700"/>
            <a:ext cx="2971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如果自然语言计划直接下发给 智能体，后续很难回答为什么这样拆、谁同意、哪些问题被接受。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0050" y="521970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研发控制层的目标，就是把 AI 的不确定性限制在可复审的边界内。</a:t>
            </a:r>
            <a:endParaRPr sz="22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核心思想：不要让同一个 AI 同时当开发者、审查者和流程控制者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2190750"/>
            <a:ext cx="2286000" cy="121920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2305050"/>
            <a:ext cx="2019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实施者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790950" y="2190750"/>
            <a:ext cx="2286000" cy="1219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3924300" y="2305050"/>
            <a:ext cx="2019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ClaudeCode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审查者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77050" y="2190750"/>
            <a:ext cx="2286000" cy="1219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10400" y="2305050"/>
            <a:ext cx="2019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流程控制者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963150" y="2190750"/>
            <a:ext cx="1524000" cy="12192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096500" y="2305050"/>
            <a:ext cx="12573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执行智能体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交付者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2990850" y="2800350"/>
            <a:ext cx="800100" cy="9525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6076950" y="2800350"/>
            <a:ext cx="800100" cy="9525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9163050" y="2800350"/>
            <a:ext cx="800100" cy="9525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5800" y="4229100"/>
            <a:ext cx="809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9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负责把需求转成设计、补丁和任务计划；ClaudeCode 负责用另一套上下文与审查标准挑错；研发控制层负责决定是否继续、是否阻断、是否进入执行。</a:t>
            </a:r>
            <a:endParaRPr sz="19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01150" y="4095750"/>
            <a:ext cx="2286000" cy="2211705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410700" y="42672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410700" y="4686300"/>
            <a:ext cx="1866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职责隔离比模型强弱更重要。即使两个模型都很强，也不能让同一个角色同时产出、审查、放行自己的结果。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适合做实施者，因为它要把意图落成可修改的工程产物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657350"/>
            <a:ext cx="2476500" cy="139065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82880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理解需求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247900"/>
            <a:ext cx="2057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把业务描述、讨论记录、验收标准和约束转成可实施问题。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81350" y="1657350"/>
            <a:ext cx="24765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90900" y="182880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分析上下文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90900" y="2247900"/>
            <a:ext cx="2057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读取代码、接口、测试和历史文档，形成当前仓库中的实施边界。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62650" y="1657350"/>
            <a:ext cx="24765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72200" y="182880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生成方案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72200" y="2247900"/>
            <a:ext cx="2057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输出设计稿、风险、回滚路径、任务拆解前置条件。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43950" y="1657350"/>
            <a:ext cx="24765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0" y="1828800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执行整改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953500" y="2247900"/>
            <a:ext cx="2057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根据审查 审查意见 修订设计或计划，并说明接受、不改或延后原因。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42100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2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实施者的价值不是“直接相信它”，而是让它产生足够具体、足够可审查的中间产物。</a:t>
            </a:r>
            <a:endParaRPr sz="22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509587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5010150"/>
            <a:ext cx="7734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产物要完整，而不是一句方案建议。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557212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5486400"/>
            <a:ext cx="7734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每次整改都要可比较，而不是重新生成一份无关版本。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52450" y="604837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5962650"/>
            <a:ext cx="7734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无法解决的问题要显式留下，进入后续计划或人工判断。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ClaudeCode 适合做审查者，因为研发控制层需要独立的反方视角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600200"/>
            <a:ext cx="4953000" cy="3238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03835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5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审查者关心的不是“能不能写”，而是“这样写会不会留下工程风险”。</a:t>
            </a:r>
            <a:endParaRPr sz="25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38290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它要持续追问边界、遗漏场景、测试证据、执行角色和验收标准。</a:t>
            </a:r>
            <a:endParaRPr sz="180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153150" y="1581150"/>
            <a:ext cx="4857750" cy="1180465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362700" y="1752600"/>
            <a:ext cx="443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必须整改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362700" y="2171700"/>
            <a:ext cx="443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设计阶段就会影响方向的问题，进入 要求整改。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53150" y="2781300"/>
            <a:ext cx="48577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62700" y="2952750"/>
            <a:ext cx="443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可以接受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62700" y="3371850"/>
            <a:ext cx="4438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已解释清楚且风险可控的问题，进入 解释接受。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53150" y="3981450"/>
            <a:ext cx="4857750" cy="1104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62700" y="4152900"/>
            <a:ext cx="4438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留到实施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62700" y="4572000"/>
            <a:ext cx="4438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设计整体可行，但需要在执行任务中承接的问题，进入 实施承接。</a:t>
            </a:r>
            <a:endParaRPr sz="1350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53150" y="5619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审查结果必须结构化，否则研发控制层无法自动决定下一步。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审查循环不是评论区，而是一个小型状态机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2266950"/>
            <a:ext cx="1428750" cy="87630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381250"/>
            <a:ext cx="1162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生成设计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819400" y="2266950"/>
            <a:ext cx="1428750" cy="876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952750" y="2381250"/>
            <a:ext cx="1162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结构审查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953000" y="2266950"/>
            <a:ext cx="1428750" cy="87630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086350" y="2381250"/>
            <a:ext cx="1162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按意见整改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86600" y="2266950"/>
            <a:ext cx="1428750" cy="876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19950" y="2381250"/>
            <a:ext cx="1162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复审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220200" y="2266950"/>
            <a:ext cx="1428750" cy="8763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53550" y="2381250"/>
            <a:ext cx="1162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计划生成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2114550" y="2705100"/>
            <a:ext cx="704850" cy="9525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4248150" y="2705100"/>
            <a:ext cx="704850" cy="9525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381750" y="2705100"/>
            <a:ext cx="704850" cy="9525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8515350" y="2705100"/>
            <a:ext cx="704850" cy="9525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4000500"/>
            <a:ext cx="2762250" cy="685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28700" y="4133850"/>
            <a:ext cx="2419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审查通过：进入计划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152900" y="4000500"/>
            <a:ext cx="3143250" cy="68580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324350" y="413385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要求整改：继续整改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29550" y="4000500"/>
            <a:ext cx="3143250" cy="685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001000" y="4133850"/>
            <a:ext cx="2800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实施承接：带问题进入执行计划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00050" y="539115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研发控制层只在两种情况下停下：审查通过，或轮次用尽仍然无法通过。这样可以避免 AI 一次输出就变成执行事实。</a:t>
            </a:r>
            <a:endParaRPr sz="187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研发控制层最终交付的不是一段话，而是一份可执行契约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619250"/>
            <a:ext cx="4381500" cy="33909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0002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自然语言愿望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77177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47750" y="2686050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“把权限做好”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328612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3200400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“注意测试”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80047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714750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“交给后端 智能体”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4314825"/>
            <a:ext cx="95250" cy="9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4229100"/>
            <a:ext cx="2876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6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“有问题再说”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62600" y="1619250"/>
            <a:ext cx="5905500" cy="339090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905500" y="2000250"/>
            <a:ext cx="3810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执行契约</a:t>
            </a:r>
            <a:endParaRPr sz="21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943600" y="266700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任务编号、需求编号、任务标题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4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依赖关系、放行条件、人工门禁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4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执行角色或执行能力标签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4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验收标准、上下文摘要、测试要求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4000"/>
              </a:lnSpc>
              <a:buNone/>
              <a:def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禁止指定具体模型或绕过审查</a:t>
            </a:r>
            <a:endParaRPr sz="18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0050" y="5619750"/>
            <a:ext cx="923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只有当计划变成结构化契约，执行层才可以被替换、并发、恢复、审计和复盘。</a:t>
            </a:r>
            <a:endParaRPr sz="21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执行层是多样且可替换的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333500"/>
            <a:ext cx="962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8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研发控制层产出标准任务契约，不绑定某一个执行器。只要执行层能接收任务、运行智能体、回传状态和证据，就可以替换接入。</a:t>
            </a:r>
            <a:endParaRPr sz="18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2838450"/>
            <a:ext cx="2476500" cy="106680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9527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设计、审查、计划、门禁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924300" y="2838450"/>
            <a:ext cx="2476500" cy="1066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057650" y="2952750"/>
            <a:ext cx="22098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标准任务契约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任务、依赖、验收、证据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3105150" y="3371850"/>
            <a:ext cx="819150" cy="9525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2362200"/>
            <a:ext cx="1695450" cy="1184275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48550" y="25336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编排器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95275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现成的 智能体 编排项目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334500" y="2362200"/>
            <a:ext cx="1695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44050" y="25336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任务队列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44050" y="314071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排队、重试、优先级调度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3676650"/>
            <a:ext cx="1695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448550" y="384810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自动执行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4437380"/>
            <a:ext cx="1276350" cy="294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脚本、流水线、远程运行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34500" y="3676650"/>
            <a:ext cx="169545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544050" y="384810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人工协同</a:t>
            </a:r>
            <a:endParaRPr sz="18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544050" y="443738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人工放行、人工复核、混合执行</a:t>
            </a:r>
            <a:endParaRPr sz="127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6400800" y="2819400"/>
            <a:ext cx="838200" cy="55245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6400800" y="2819400"/>
            <a:ext cx="2933700" cy="55245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6400800" y="3371850"/>
            <a:ext cx="838200" cy="76200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6400800" y="3371850"/>
            <a:ext cx="2933700" cy="762000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5410200"/>
            <a:ext cx="8382000" cy="9086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zh-CN"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可以根据自身需求寻找</a:t>
            </a: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</a:t>
            </a:r>
            <a:r>
              <a:rPr lang="zh-CN"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多智能体编排</a:t>
            </a:r>
            <a:r>
              <a:rPr lang="zh-CN"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的执行器</a:t>
            </a: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。但它只是执行层的</a:t>
            </a:r>
            <a:r>
              <a:rPr lang="zh-CN"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一种思路</a:t>
            </a: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对应控制层来说，并不强耦合</a:t>
            </a: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1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这样做的优势：把 AI 速度转化成工程系统可以承受的速度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504950"/>
            <a:ext cx="2305050" cy="55245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6383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降低误解扩散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143250" y="1600200"/>
            <a:ext cx="714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需求先进入设计审查，错误不会直接进入执行。</a:t>
            </a:r>
            <a:endParaRPr sz="17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0050" y="2343150"/>
            <a:ext cx="23050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4765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提高方案质量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43250" y="2438400"/>
            <a:ext cx="714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实施者产出，审查者挑错，修订循环持续收敛。</a:t>
            </a:r>
            <a:endParaRPr sz="17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00050" y="3181350"/>
            <a:ext cx="23050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3147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支持并行执行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143250" y="3276600"/>
            <a:ext cx="714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结构化任务带依赖、门禁和验收标准，可安全拆分给多个 智能体。</a:t>
            </a:r>
            <a:endParaRPr sz="17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4019550"/>
            <a:ext cx="23050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41529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保留审计证据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43250" y="4114800"/>
            <a:ext cx="714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每轮设计、审查意见、整改、放行和任务状态都能落盘。</a:t>
            </a:r>
            <a:endParaRPr sz="17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0050" y="4857750"/>
            <a:ext cx="23050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99110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方便替换模型</a:t>
            </a:r>
            <a:endParaRPr sz="17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143250" y="4953000"/>
            <a:ext cx="714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模型和执行后端都被包在接口后面，不改变治理逻辑。</a:t>
            </a:r>
            <a:endParaRPr sz="17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0" y="1504950"/>
            <a:ext cx="38100" cy="39052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582930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研发控制层的意义，是让 AI 产能增加时，质量控制也同步增加。</a:t>
            </a:r>
            <a:endParaRPr sz="210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通用架构：上层负责控制，下层负责执行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428750"/>
            <a:ext cx="29527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33450" y="15621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需求输入层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095750" y="154305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用户目标、讨论记录、验收标准、边界约束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2247900"/>
            <a:ext cx="2952750" cy="55245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3812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研发控制层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95750" y="236220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设计生成、独立审查、修订循环、计划门禁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3067050"/>
            <a:ext cx="29527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32004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任务契约层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95750" y="318135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任务拆解、依赖关系、能力标签、证据要求、人工门禁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3886200"/>
            <a:ext cx="29527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401955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执行后端层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95750" y="400050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AO、任务队列、执行器、外部智能体、人工协同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4705350"/>
            <a:ext cx="2952750" cy="5524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4838700"/>
            <a:ext cx="2609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状态与复盘层</a:t>
            </a:r>
            <a:endParaRPr sz="165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095750" y="481965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状态、日志、合并请求、持续集成、审查结论、交付报告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725150" y="1428750"/>
            <a:ext cx="38100" cy="382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62000" y="5753100"/>
            <a:ext cx="838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更好的系统不是“多放几个 智能体”，而是把每个 智能体 放进明确的责任边界和证据链里。</a:t>
            </a:r>
            <a:endParaRPr sz="20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这个设计思想还可以拓展成自适应控制系统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0050" y="1619250"/>
            <a:ext cx="3390900" cy="1390650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7907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策略自适应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209800"/>
            <a:ext cx="2971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按需求风险自动调整审查轮次、审查强度、是否需要人工门禁。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400550" y="1619250"/>
            <a:ext cx="33909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610100" y="17907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证据驱动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10100" y="2209800"/>
            <a:ext cx="2971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执行智能体必须回传测试结果、代码差异、日志、合并请求、持续集成结果和人工决策证据。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01050" y="1619250"/>
            <a:ext cx="33909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610600" y="17907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模型可替换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10600" y="2209800"/>
            <a:ext cx="2971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与 ClaudeCode 是角色实现，不是架构锁定；以后可替换为同类能力。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0050" y="3638550"/>
            <a:ext cx="33909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8100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组织记忆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229100"/>
            <a:ext cx="2971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 审查意见、失败模式、审批理由沉淀为下一次任务计划的约束。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400550" y="3638550"/>
            <a:ext cx="33909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610100" y="38100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执行能力目录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10100" y="4229100"/>
            <a:ext cx="2971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不用指定智能体名称，而是按能力、风险、语言、仓库区域选择执行后端。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3638550"/>
            <a:ext cx="3390900" cy="13906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10600" y="3810000"/>
            <a:ext cx="2971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闭环度量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10600" y="4229100"/>
            <a:ext cx="2971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记录从需求到合并的耗时、返工、阻断、人工介入和缺陷逃逸。</a:t>
            </a:r>
            <a:endParaRPr sz="1425" b="0">
              <a:solidFill>
                <a:srgbClr val="5555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0050" y="5810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9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这会让研发控制层从“调用两个 AI 的流程”升级成“组织的软件交付控制系统”。</a:t>
            </a:r>
            <a:endParaRPr sz="19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400050" y="342900"/>
            <a:ext cx="10572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4000"/>
              </a:lnSpc>
              <a:buNone/>
              <a:def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落地路径：先做小闭环，再扩大执行层</a:t>
            </a:r>
            <a:endParaRPr sz="30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5300" y="1809750"/>
            <a:ext cx="2095500" cy="2707005"/>
          </a:xfrm>
          <a:prstGeom prst="rect">
            <a:avLst/>
          </a:prstGeom>
          <a:solidFill>
            <a:srgbClr val="FFE4D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1145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</a:t>
            </a:r>
            <a:endParaRPr sz="20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838450"/>
            <a:ext cx="1638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Codex 实施、ClaudeCode 审查的设计循环。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590800" y="2952750"/>
            <a:ext cx="552450" cy="9525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143250" y="1809750"/>
            <a:ext cx="209550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352800" y="21145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</a:t>
            </a:r>
            <a:endParaRPr sz="20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71850" y="2838450"/>
            <a:ext cx="1638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把输出收敛成结构化任务计划和本地门禁。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5238750" y="2952750"/>
            <a:ext cx="552450" cy="9525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791200" y="1809750"/>
            <a:ext cx="209550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00750" y="21145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</a:t>
            </a:r>
            <a:endParaRPr sz="20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19800" y="2838450"/>
            <a:ext cx="1638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接入一个执行后端，先用 AO 或现有 智能体队列。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7886700" y="2952750"/>
            <a:ext cx="552450" cy="9525"/>
          </a:xfrm>
          <a:prstGeom prst="line">
            <a:avLst/>
          </a:prstGeom>
          <a:noFill/>
          <a:ln w="19050">
            <a:solidFill>
              <a:srgbClr val="B8BCC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439150" y="1809750"/>
            <a:ext cx="2095500" cy="2286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648700" y="211455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第四步</a:t>
            </a:r>
            <a:endParaRPr sz="202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67750" y="2838450"/>
            <a:ext cx="1638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扩展为多执行后端、多风险策略和全链路证据。</a:t>
            </a:r>
            <a:endParaRPr sz="1650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00050" y="510540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875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0050" y="55435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4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研发控制层不是让 AI 慢下来，而是让 AI 快得有边界、有证据、有复审、有交付闭环。</a:t>
            </a:r>
            <a:endParaRPr sz="2400" b="1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0B0B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25" b="0">
              <a:solidFill>
                <a:srgbClr val="0B0B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WPS 演示</Application>
  <PresentationFormat>Converted Presentation</PresentationFormat>
  <Paragraphs>292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一叶丿秋风</cp:lastModifiedBy>
  <cp:revision>1</cp:revision>
  <dcterms:created xsi:type="dcterms:W3CDTF">2026-07-03T03:14:59Z</dcterms:created>
  <dcterms:modified xsi:type="dcterms:W3CDTF">2026-07-03T03:14:59Z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0933B7E0B9BB4F10BE8DD4FE83F4FA1B_12</vt:lpwstr>
  </property>
  <property fmtid="{D5CDD505-2E9C-101B-9397-08002B2CF9AE}" pid="3" name="KSOProductBuildVer">
    <vt:lpwstr>2052-12.1.0.26895</vt:lpwstr>
  </property>
</Properties>
</file>